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1"/>
  </p:sldIdLst>
  <p:sldSz cx="9144000" cy="6858000"/>
  <p:notesSz cx="6858000" cy="9144000"/>
</p:presentation>
</file>

<file path=ppt/_rels/presentation.xml.rels><Relationships xmlns="http://schemas.openxmlformats.org/package/2006/relationships"><Relationship Id="r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53D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>
          <a:xfrm>
            <a:off x="650000" y="650000"/>
            <a:ext cx="7500000" cy="7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88D6B3"/>
                </a:solidFill>
              </a:rPr>
              <a:t>THE SEASON AHEAD</a:t>
            </a:r>
          </a:p>
        </p:txBody>
      </p:sp>
      <p:sp>
        <p:nvSpPr>
          <p:cNvPr id="3" name="Text 3"/>
          <p:cNvSpPr/>
          <p:nvPr/>
        </p:nvSpPr>
        <p:spPr>
          <a:xfrm>
            <a:off x="650000" y="1700000"/>
            <a:ext cx="7800000" cy="1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</a:rPr>
              <a:t>One plan. Shared progress.</a:t>
            </a:r>
          </a:p>
        </p:txBody>
      </p:sp>
      <p:sp>
        <p:nvSpPr>
          <p:cNvPr id="4" name="Text 4"/>
          <p:cNvSpPr/>
          <p:nvPr/>
        </p:nvSpPr>
        <p:spPr>
          <a:xfrm>
            <a:off x="650000" y="3600000"/>
            <a:ext cx="7500000" cy="6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600">
                <a:solidFill>
                  <a:srgbClr val="FFFFFF"/>
                </a:solidFill>
              </a:rPr>
              <a:t>Review the essentials</a:t>
            </a:r>
          </a:p>
        </p:txBody>
      </p:sp>
      <p:sp>
        <p:nvSpPr>
          <p:cNvPr id="5" name="Text 5"/>
          <p:cNvSpPr/>
          <p:nvPr/>
        </p:nvSpPr>
        <p:spPr>
          <a:xfrm>
            <a:off x="650000" y="4350000"/>
            <a:ext cx="7500000" cy="6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600">
                <a:solidFill>
                  <a:srgbClr val="FFFFFF"/>
                </a:solidFill>
              </a:rPr>
              <a:t>Agree on the next milestones</a:t>
            </a:r>
          </a:p>
        </p:txBody>
      </p:sp>
      <p:sp>
        <p:nvSpPr>
          <p:cNvPr id="6" name="Text 6"/>
          <p:cNvSpPr/>
          <p:nvPr/>
        </p:nvSpPr>
        <p:spPr>
          <a:xfrm>
            <a:off x="650000" y="5100000"/>
            <a:ext cx="7500000" cy="65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600">
                <a:solidFill>
                  <a:srgbClr val="FFFFFF"/>
                </a:solidFill>
              </a:rPr>
              <a:t>Keep the team informed</a:t>
            </a:r>
          </a:p>
        </p:txBody>
      </p:sp>
      <p:sp>
        <p:nvSpPr>
          <p:cNvPr id="7" name="Text 7"/>
          <p:cNvSpPr/>
          <p:nvPr/>
        </p:nvSpPr>
        <p:spPr>
          <a:xfrm>
            <a:off x="650000" y="6200000"/>
            <a:ext cx="75000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D6B3"/>
                </a:solidFill>
              </a:rPr>
              <a:t>Original synthetic presentation | September 2026</a:t>
            </a:r>
          </a:p>
        </p:txBody>
      </p:sp>
    </p:spTree>
  </p:cSld>
  <p:clrMapOvr>
    <a:masterClrMapping/>
  </p:clrMapOvr>
</p:sld>
</file>